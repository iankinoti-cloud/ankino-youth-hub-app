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MORINGA SCHOOL HACKATHON 2026  ·  SOLVE X FOR KENYA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B140"/>
                </a:solidFill>
                <a:latin typeface="Calibri"/>
              </a:rPr>
              <a:t>ANKINO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F5E9"/>
                </a:solidFill>
                <a:latin typeface="Calibri"/>
              </a:rPr>
              <a:t>YOUTH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7AAB7A"/>
                </a:solidFill>
                <a:latin typeface="Calibri"/>
              </a:rPr>
              <a:t>Solving Youth Unemployment in Kenya Through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51960"/>
            <a:ext cx="3657600" cy="36576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Founded by Ian Kinoti     |     kinotiian12@gmail.com     |     github.com/iankinoti-cloud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B7A"/>
                </a:solidFill>
                <a:latin typeface="Calibri"/>
              </a:rPr>
              <a:t>Stack: Vite  ·  Firebase Firestore  ·  Azure Static Web Apps  ·  Safaricom Daraja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01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67% of Kenya's unemployed are youth aged 15–34   (KNBS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Kenya has 26 million people under 35 — the largest talent pool in East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Tech opportunities exist: hackathons, internships, scholarships, startup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They are scattered across 30+ separate platforms with no central access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Young talent is abundant — but opportunity access is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Result: developers, creators, founders graduate into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Ankino Youth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One platform — hackathons, internships, scholarships, and startup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AI chatbot mentor with deep Safaricom and Kenya tech ecosystem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Live tech events calendar — Nairobi scene, mapped and searchable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Youth startup showcase — Kenya-born ventures displayed and discoverable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M-PESA payment integration via Safaricom Daraja STK Push API (live endpoint)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Live deployed production app — not a prototype, not a mock-up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03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Working Product — Deployed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Hosted on Azure Static Web Apps with GitHub Actions 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Join Hub modal saves member data (name, role, county) to Firebase Firestore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Apply Now on opportunity cards logs registrations + tracks clicks in Firestore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Footer newsletter saves subscribers to Firestore newsletter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AI chatbot: answers Daraja, JavaScript, career, freelancing questions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Live demo: open Firebase Console and watch documents appear in real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solidFill>
            <a:srgbClr val="0A200A"/>
          </a:solidFill>
          <a:ln>
            <a:solidFill>
              <a:srgbClr val="00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00FF66"/>
                </a:solidFill>
                <a:latin typeface="Calibri"/>
              </a:rPr>
              <a:t>  Firebase Console open during demo — show live Firestore writes as judges interact with the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04 —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Production-Grade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Vite 8 + GSAP animations + Canvas API particle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AI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62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Custom local NLP engine (zero API cost for offline 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Azure Functions proxy to Claude and Gemini for complex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525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Safaricom Daraja STK Push — live endpoint with OAuth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Google Firebase Firestore — 4 live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members  ·  registrations  ·  newsletter  ·  opportunity_clicks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151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62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10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Azure Static Web Apps — global CDN, automatic SSL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GitHub Actions CI/CD — lint, test, build, deploy on every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525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B7A"/>
                </a:solidFill>
                <a:latin typeface="Calibri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000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  <a:latin typeface="Calibri"/>
              </a:rPr>
              <a:t>Vitest unit tests  ·  ESLint 9 flat config enforced in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05 — EMPIRICAL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Data-Driven from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KNBS 2024: Youth aged 15–34 account for 67% of all unemployed Kenyans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Safaricom 2024 Annual Report: 32M+ active M-PESA users, KES 39 trillion transacted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Our Firestore data collected today shows which opportunities get most interest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opportunity_clicks collection: real-time signal on what youth want — not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members collection: role breakdown (Developer / Creator / Gamer / Founder) per county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This data directly informs which counties to expand to first and which categories to grow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06 — 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Built to Scale Across East Africa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6002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50,000 registered youth members across 5 Kenyan counties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Year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13055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Expand to Uganda, Tanzania, and Rwanda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60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Revenue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6090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Sponsored opportunity listings — companies pay to feature internships and hackathons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91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Revenue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19125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M-PESA membership tier at KES 99/month for premium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Revenue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21608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API access packages for Safaricom, Equity Bank, and corporate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140"/>
                </a:solidFill>
                <a:latin typeface="Calibri"/>
              </a:rPr>
              <a:t>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519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9"/>
                </a:solidFill>
                <a:latin typeface="Calibri"/>
              </a:rPr>
              <a:t>Only platform combining M-PESA payments + AI mentorship + Kenya opportunity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140"/>
                </a:solidFill>
                <a:latin typeface="Calibri"/>
              </a:rPr>
              <a:t>// 07 — TEAM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140"/>
                </a:solidFill>
                <a:latin typeface="Calibri"/>
              </a:rPr>
              <a:t>Ian Kinoti — Founder and Engineer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AB7A"/>
                </a:solidFill>
                <a:latin typeface="Calibri"/>
              </a:rPr>
              <a:t>kinotiian12@gmail.com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AB7A"/>
                </a:solidFill>
                <a:latin typeface="Calibri"/>
              </a:rPr>
              <a:t>github.com/iankinoti-cloud/ankino-youth-hub-app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F5E9"/>
                </a:solidFill>
                <a:latin typeface="Calibri"/>
              </a:rPr>
              <a:t>What we are asking for: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—  Connections to Safaricom and Equity Bank ecosystem partners for live opportunity data feeds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—  Mentorship from Kenya tech founders who have scaled a community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9"/>
                </a:solidFill>
                <a:latin typeface="Calibri"/>
              </a:rPr>
              <a:t>—  Seed funding to grow the member base, hire engineers, and expand county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AB7A"/>
                </a:solidFill>
                <a:latin typeface="Calibri"/>
              </a:rPr>
              <a:t>Kenya's youth talent is abundant. The infrastructure gap is the problem we are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